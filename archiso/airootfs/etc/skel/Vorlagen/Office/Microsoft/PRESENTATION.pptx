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5"/>
  </p:notesMasterIdLst>
  <p:sldIdLst>
    <p:sldId id="256" r:id="rId4"/>
  </p:sldIdLst>
  <p:sldSz cx="12192000" cy="6858000"/>
  <p:notesSz cx="6858000" cy="9144000"/>
  <p:defaultTextStyle>
    <a:defPPr>
      <a:defRPr lang="de-DE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3507433" name="Platzhalter für Überschrift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83718096" name="Datumsplatzhalt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de-DE"/>
              <a:t>10/30/2013</a:t>
            </a:fld>
            <a:endParaRPr lang="de-DE"/>
          </a:p>
        </p:txBody>
      </p:sp>
      <p:sp>
        <p:nvSpPr>
          <p:cNvPr id="1434338900" name="Platzhalter für Folienbi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de-DE"/>
          </a:p>
        </p:txBody>
      </p:sp>
      <p:sp>
        <p:nvSpPr>
          <p:cNvPr id="487227222" name="Platzhalter für Notizen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de-DE"/>
          </a:p>
        </p:txBody>
      </p:sp>
      <p:sp>
        <p:nvSpPr>
          <p:cNvPr id="817869301" name="Fußzeilenplatzhalt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892899373" name="Foliennummernplatzhalt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de-DE"/>
              <a:t>‹#›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2120132" name="Platzhalter für Folienbild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14605393" name="Platzhalter für Notizen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de-DE">
              <a:latin typeface="Arial"/>
              <a:cs typeface="Arial"/>
            </a:endParaRPr>
          </a:p>
        </p:txBody>
      </p:sp>
      <p:sp>
        <p:nvSpPr>
          <p:cNvPr id="2027679156" name="Foliennummernplatzhalt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de-DE"/>
              <a:t>1</a:t>
            </a:fld>
            <a:endParaRPr lang="de-DE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el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4394" name="Titel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1338537966" name="Untertitel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de-DE"/>
              <a:t>Formatvorlage des Untertitelmasters durch Klicken bearbeiten</a:t>
            </a:r>
            <a:endParaRPr lang="de-DE"/>
          </a:p>
        </p:txBody>
      </p:sp>
      <p:sp>
        <p:nvSpPr>
          <p:cNvPr id="18996198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de-DE"/>
              <a:t>30.10.2013</a:t>
            </a:fld>
            <a:endParaRPr lang="de-DE"/>
          </a:p>
        </p:txBody>
      </p:sp>
      <p:sp>
        <p:nvSpPr>
          <p:cNvPr id="77656190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81667295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el und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7110357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1679084220" name="Inhaltsplatzhalt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de-DE"/>
          </a:p>
        </p:txBody>
      </p:sp>
      <p:sp>
        <p:nvSpPr>
          <p:cNvPr id="63669032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de-DE"/>
              <a:t>30.10.2013</a:t>
            </a:fld>
            <a:endParaRPr lang="de-DE"/>
          </a:p>
        </p:txBody>
      </p:sp>
      <p:sp>
        <p:nvSpPr>
          <p:cNvPr id="632853759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70942622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Abschnitts-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3800083" name="Titel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1340274217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</p:txBody>
      </p:sp>
      <p:sp>
        <p:nvSpPr>
          <p:cNvPr id="1728040795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de-DE"/>
              <a:t>30.10.2013</a:t>
            </a:fld>
            <a:endParaRPr lang="de-DE"/>
          </a:p>
        </p:txBody>
      </p:sp>
      <p:sp>
        <p:nvSpPr>
          <p:cNvPr id="1810756217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41181226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Zwei Inhal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4992248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2096092230" name="Inhaltsplatzhalt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de-DE"/>
          </a:p>
        </p:txBody>
      </p:sp>
      <p:sp>
        <p:nvSpPr>
          <p:cNvPr id="1218139686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de-DE"/>
          </a:p>
        </p:txBody>
      </p:sp>
      <p:sp>
        <p:nvSpPr>
          <p:cNvPr id="1780096632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de-DE"/>
              <a:t>30.10.2013</a:t>
            </a:fld>
            <a:endParaRPr lang="de-DE"/>
          </a:p>
        </p:txBody>
      </p:sp>
      <p:sp>
        <p:nvSpPr>
          <p:cNvPr id="1220948361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114838284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Vergleich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6270179" name="Titel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156665701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</p:txBody>
      </p:sp>
      <p:sp>
        <p:nvSpPr>
          <p:cNvPr id="72391681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de-DE"/>
          </a:p>
        </p:txBody>
      </p:sp>
      <p:sp>
        <p:nvSpPr>
          <p:cNvPr id="881021681" name="Textplatzhalt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</p:txBody>
      </p:sp>
      <p:sp>
        <p:nvSpPr>
          <p:cNvPr id="805347868" name="Inhaltsplatzhalt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de-DE"/>
          </a:p>
        </p:txBody>
      </p:sp>
      <p:sp>
        <p:nvSpPr>
          <p:cNvPr id="832873507" name="Datumsplatzhalt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de-DE"/>
              <a:t>30.10.2013</a:t>
            </a:fld>
            <a:endParaRPr lang="de-DE"/>
          </a:p>
        </p:txBody>
      </p:sp>
      <p:sp>
        <p:nvSpPr>
          <p:cNvPr id="592822373" name="Fußzeilenplatzhalt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897055708" name="Foliennummernplatzhalt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Nur Tite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4742099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1402259590" name="Datumsplatzhalt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de-DE"/>
              <a:t>30.10.2013</a:t>
            </a:fld>
            <a:endParaRPr lang="de-DE"/>
          </a:p>
        </p:txBody>
      </p:sp>
      <p:sp>
        <p:nvSpPr>
          <p:cNvPr id="551231824" name="Fußzeilenplatzhalt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746766342" name="Foliennummernplatzhalt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Le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7417968" name="Datumsplatzhalt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de-DE"/>
              <a:t>30.10.2013</a:t>
            </a:fld>
            <a:endParaRPr lang="de-DE"/>
          </a:p>
        </p:txBody>
      </p:sp>
      <p:sp>
        <p:nvSpPr>
          <p:cNvPr id="1777271169" name="Fußzeilenplatzhalt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038130683" name="Foliennummernplatzhalt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Inhalt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8063397" name="Titel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255404902" name="Inhaltsplatzhalt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de-DE"/>
          </a:p>
        </p:txBody>
      </p:sp>
      <p:sp>
        <p:nvSpPr>
          <p:cNvPr id="1400323969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</p:txBody>
      </p:sp>
      <p:sp>
        <p:nvSpPr>
          <p:cNvPr id="425499208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de-DE"/>
              <a:t>30.10.2013</a:t>
            </a:fld>
            <a:endParaRPr lang="de-DE"/>
          </a:p>
        </p:txBody>
      </p:sp>
      <p:sp>
        <p:nvSpPr>
          <p:cNvPr id="510870159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526633357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Bild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4130702" name="Titel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1056370164" name="Bildplatzhalt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de-DE"/>
              <a:t>Klicken Sie auf das Symbol, um ein Bild hinzuzufügen</a:t>
            </a:r>
            <a:endParaRPr lang="de-DE"/>
          </a:p>
        </p:txBody>
      </p:sp>
      <p:sp>
        <p:nvSpPr>
          <p:cNvPr id="1273489822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Textmasterformat bearbeiten</a:t>
            </a:r>
            <a:endParaRPr/>
          </a:p>
        </p:txBody>
      </p:sp>
      <p:sp>
        <p:nvSpPr>
          <p:cNvPr id="1264320962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de-DE"/>
              <a:t>30.10.2013</a:t>
            </a:fld>
            <a:endParaRPr lang="de-DE"/>
          </a:p>
        </p:txBody>
      </p:sp>
      <p:sp>
        <p:nvSpPr>
          <p:cNvPr id="1654940404" name="Fußzeilenplatzhalt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976658593" name="Foliennummernplatzhalt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el und vertikaler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1516608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749620443" name="Vertikaler Textplatzhalt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de-DE"/>
          </a:p>
        </p:txBody>
      </p:sp>
      <p:sp>
        <p:nvSpPr>
          <p:cNvPr id="281061075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de-DE"/>
              <a:t>30.10.2013</a:t>
            </a:fld>
            <a:endParaRPr lang="de-DE"/>
          </a:p>
        </p:txBody>
      </p:sp>
      <p:sp>
        <p:nvSpPr>
          <p:cNvPr id="185959968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522644430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kaler Titel u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4442300" name="Vertikaler Tite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2029654367" name="Vertikaler Textplatzhalt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de-DE"/>
          </a:p>
        </p:txBody>
      </p:sp>
      <p:sp>
        <p:nvSpPr>
          <p:cNvPr id="1189959094" name="Datumsplatzhalt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de-DE"/>
              <a:t>30.10.2013</a:t>
            </a:fld>
            <a:endParaRPr lang="de-DE"/>
          </a:p>
        </p:txBody>
      </p:sp>
      <p:sp>
        <p:nvSpPr>
          <p:cNvPr id="1350501405" name="Fußzeilenplatzhalt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318082278" name="Foliennummernplatzhalt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9597951" name="Titelplatzhalt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de-DE"/>
              <a:t>Titelmasterformat durch Klicken bearbeiten</a:t>
            </a:r>
            <a:endParaRPr lang="de-DE"/>
          </a:p>
        </p:txBody>
      </p:sp>
      <p:sp>
        <p:nvSpPr>
          <p:cNvPr id="2141549114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de-DE"/>
              <a:t>Textmasterformat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de-DE"/>
          </a:p>
        </p:txBody>
      </p:sp>
      <p:sp>
        <p:nvSpPr>
          <p:cNvPr id="375589939" name="Datumsplatzhalt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de-DE"/>
              <a:t>30.10.2013</a:t>
            </a:fld>
            <a:endParaRPr lang="de-DE"/>
          </a:p>
        </p:txBody>
      </p:sp>
      <p:sp>
        <p:nvSpPr>
          <p:cNvPr id="1072364722" name="Fußzeilenplatzhalt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808635737" name="Foliennummernplatzhalt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de-DE"/>
              <a:t>‹#›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4554020" name="Titel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template</a:t>
            </a:r>
            <a:endParaRPr lang="de-DE"/>
          </a:p>
        </p:txBody>
      </p:sp>
      <p:sp>
        <p:nvSpPr>
          <p:cNvPr id="936994960" name="Untertitel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undertitle</a:t>
            </a:r>
            <a:endParaRPr lang="de-D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ONLYOFFICE/9.4.0.129</Application>
  <PresentationFormat>On-screen Show (4:3)</PresentationFormat>
  <Paragraphs>0</Paragraphs>
  <Slides>1</Slides>
  <Notes>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Theme 1</vt:lpstr>
      <vt:lpstr>Slide 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created xsi:type="dcterms:W3CDTF">2012-12-03T06:56:55Z</dcterms:created>
  <dcterms:modified xsi:type="dcterms:W3CDTF">2026-07-28T22:03:48Z</dcterms:modified>
</cp:coreProperties>
</file>